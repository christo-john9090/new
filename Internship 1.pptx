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p:scale>
          <a:sx n="125" d="100"/>
          <a:sy n="125" d="100"/>
        </p:scale>
        <p:origin x="10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CBBD4-D9DC-D509-195C-F43D806E28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1654613-9CDD-8014-38C7-06F40BAF37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A6BB45-3012-25EE-0300-F2F7503E234D}"/>
              </a:ext>
            </a:extLst>
          </p:cNvPr>
          <p:cNvSpPr>
            <a:spLocks noGrp="1"/>
          </p:cNvSpPr>
          <p:nvPr>
            <p:ph type="dt" sz="half" idx="10"/>
          </p:nvPr>
        </p:nvSpPr>
        <p:spPr/>
        <p:txBody>
          <a:bodyPr/>
          <a:lstStyle/>
          <a:p>
            <a:fld id="{7720863F-02D4-48CB-9CD3-7E8E201D09C6}" type="datetimeFigureOut">
              <a:rPr lang="en-IN" smtClean="0"/>
              <a:t>15-01-2026</a:t>
            </a:fld>
            <a:endParaRPr lang="en-IN"/>
          </a:p>
        </p:txBody>
      </p:sp>
      <p:sp>
        <p:nvSpPr>
          <p:cNvPr id="5" name="Footer Placeholder 4">
            <a:extLst>
              <a:ext uri="{FF2B5EF4-FFF2-40B4-BE49-F238E27FC236}">
                <a16:creationId xmlns:a16="http://schemas.microsoft.com/office/drawing/2014/main" id="{26D3424E-18ED-514F-F80A-528CFF8769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0D98F7-A1D8-0141-AFCF-938DD0F8950B}"/>
              </a:ext>
            </a:extLst>
          </p:cNvPr>
          <p:cNvSpPr>
            <a:spLocks noGrp="1"/>
          </p:cNvSpPr>
          <p:nvPr>
            <p:ph type="sldNum" sz="quarter" idx="12"/>
          </p:nvPr>
        </p:nvSpPr>
        <p:spPr/>
        <p:txBody>
          <a:bodyPr/>
          <a:lstStyle/>
          <a:p>
            <a:fld id="{B803E455-F64C-4370-B757-65A0D0DECF32}" type="slidenum">
              <a:rPr lang="en-IN" smtClean="0"/>
              <a:t>‹#›</a:t>
            </a:fld>
            <a:endParaRPr lang="en-IN"/>
          </a:p>
        </p:txBody>
      </p:sp>
    </p:spTree>
    <p:extLst>
      <p:ext uri="{BB962C8B-B14F-4D97-AF65-F5344CB8AC3E}">
        <p14:creationId xmlns:p14="http://schemas.microsoft.com/office/powerpoint/2010/main" val="802901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AE302-DEA1-E6AD-F4E9-78F4B02939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AC7909-420F-5251-A52C-5E739308BB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998996-B476-2640-4665-2E58E7F0222A}"/>
              </a:ext>
            </a:extLst>
          </p:cNvPr>
          <p:cNvSpPr>
            <a:spLocks noGrp="1"/>
          </p:cNvSpPr>
          <p:nvPr>
            <p:ph type="dt" sz="half" idx="10"/>
          </p:nvPr>
        </p:nvSpPr>
        <p:spPr/>
        <p:txBody>
          <a:bodyPr/>
          <a:lstStyle/>
          <a:p>
            <a:fld id="{7720863F-02D4-48CB-9CD3-7E8E201D09C6}" type="datetimeFigureOut">
              <a:rPr lang="en-IN" smtClean="0"/>
              <a:t>15-01-2026</a:t>
            </a:fld>
            <a:endParaRPr lang="en-IN"/>
          </a:p>
        </p:txBody>
      </p:sp>
      <p:sp>
        <p:nvSpPr>
          <p:cNvPr id="5" name="Footer Placeholder 4">
            <a:extLst>
              <a:ext uri="{FF2B5EF4-FFF2-40B4-BE49-F238E27FC236}">
                <a16:creationId xmlns:a16="http://schemas.microsoft.com/office/drawing/2014/main" id="{641E61C9-CCC0-8004-E4D9-D294B869EB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CBB11F-A4C6-6819-62C4-EED746079058}"/>
              </a:ext>
            </a:extLst>
          </p:cNvPr>
          <p:cNvSpPr>
            <a:spLocks noGrp="1"/>
          </p:cNvSpPr>
          <p:nvPr>
            <p:ph type="sldNum" sz="quarter" idx="12"/>
          </p:nvPr>
        </p:nvSpPr>
        <p:spPr/>
        <p:txBody>
          <a:bodyPr/>
          <a:lstStyle/>
          <a:p>
            <a:fld id="{B803E455-F64C-4370-B757-65A0D0DECF32}" type="slidenum">
              <a:rPr lang="en-IN" smtClean="0"/>
              <a:t>‹#›</a:t>
            </a:fld>
            <a:endParaRPr lang="en-IN"/>
          </a:p>
        </p:txBody>
      </p:sp>
    </p:spTree>
    <p:extLst>
      <p:ext uri="{BB962C8B-B14F-4D97-AF65-F5344CB8AC3E}">
        <p14:creationId xmlns:p14="http://schemas.microsoft.com/office/powerpoint/2010/main" val="1619823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86E89-A88E-7D57-9B57-9EBE8D440E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3644AB8-4BEB-38A5-FCC0-3BA2B22A50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D1F78F-FF5C-8C8A-E6AD-214D2CB9430F}"/>
              </a:ext>
            </a:extLst>
          </p:cNvPr>
          <p:cNvSpPr>
            <a:spLocks noGrp="1"/>
          </p:cNvSpPr>
          <p:nvPr>
            <p:ph type="dt" sz="half" idx="10"/>
          </p:nvPr>
        </p:nvSpPr>
        <p:spPr/>
        <p:txBody>
          <a:bodyPr/>
          <a:lstStyle/>
          <a:p>
            <a:fld id="{7720863F-02D4-48CB-9CD3-7E8E201D09C6}" type="datetimeFigureOut">
              <a:rPr lang="en-IN" smtClean="0"/>
              <a:t>15-01-2026</a:t>
            </a:fld>
            <a:endParaRPr lang="en-IN"/>
          </a:p>
        </p:txBody>
      </p:sp>
      <p:sp>
        <p:nvSpPr>
          <p:cNvPr id="5" name="Footer Placeholder 4">
            <a:extLst>
              <a:ext uri="{FF2B5EF4-FFF2-40B4-BE49-F238E27FC236}">
                <a16:creationId xmlns:a16="http://schemas.microsoft.com/office/drawing/2014/main" id="{461E4AE1-4D56-8265-39C3-7E95199701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EB7F25-0E39-22DC-31DD-4EF03DF5E36D}"/>
              </a:ext>
            </a:extLst>
          </p:cNvPr>
          <p:cNvSpPr>
            <a:spLocks noGrp="1"/>
          </p:cNvSpPr>
          <p:nvPr>
            <p:ph type="sldNum" sz="quarter" idx="12"/>
          </p:nvPr>
        </p:nvSpPr>
        <p:spPr/>
        <p:txBody>
          <a:bodyPr/>
          <a:lstStyle/>
          <a:p>
            <a:fld id="{B803E455-F64C-4370-B757-65A0D0DECF32}" type="slidenum">
              <a:rPr lang="en-IN" smtClean="0"/>
              <a:t>‹#›</a:t>
            </a:fld>
            <a:endParaRPr lang="en-IN"/>
          </a:p>
        </p:txBody>
      </p:sp>
    </p:spTree>
    <p:extLst>
      <p:ext uri="{BB962C8B-B14F-4D97-AF65-F5344CB8AC3E}">
        <p14:creationId xmlns:p14="http://schemas.microsoft.com/office/powerpoint/2010/main" val="2514424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B21CE-B5F6-59BD-DAE8-7790417C2E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E3E7F4-A093-F5D7-ECD0-D3FC59A7E0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046D3C0-C091-374E-D37B-B0BCF738EB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4B01275-E3F1-C0C7-1AAC-BE9AC2780A6B}"/>
              </a:ext>
            </a:extLst>
          </p:cNvPr>
          <p:cNvSpPr>
            <a:spLocks noGrp="1"/>
          </p:cNvSpPr>
          <p:nvPr>
            <p:ph type="dt" sz="half" idx="10"/>
          </p:nvPr>
        </p:nvSpPr>
        <p:spPr/>
        <p:txBody>
          <a:bodyPr/>
          <a:lstStyle/>
          <a:p>
            <a:fld id="{7720863F-02D4-48CB-9CD3-7E8E201D09C6}" type="datetimeFigureOut">
              <a:rPr lang="en-IN" smtClean="0"/>
              <a:t>15-01-2026</a:t>
            </a:fld>
            <a:endParaRPr lang="en-IN"/>
          </a:p>
        </p:txBody>
      </p:sp>
      <p:sp>
        <p:nvSpPr>
          <p:cNvPr id="6" name="Footer Placeholder 5">
            <a:extLst>
              <a:ext uri="{FF2B5EF4-FFF2-40B4-BE49-F238E27FC236}">
                <a16:creationId xmlns:a16="http://schemas.microsoft.com/office/drawing/2014/main" id="{2764EA60-4CF1-E390-2DB6-126195948B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997E44-D57C-519D-E5C6-E979F85DD99A}"/>
              </a:ext>
            </a:extLst>
          </p:cNvPr>
          <p:cNvSpPr>
            <a:spLocks noGrp="1"/>
          </p:cNvSpPr>
          <p:nvPr>
            <p:ph type="sldNum" sz="quarter" idx="12"/>
          </p:nvPr>
        </p:nvSpPr>
        <p:spPr/>
        <p:txBody>
          <a:bodyPr/>
          <a:lstStyle/>
          <a:p>
            <a:fld id="{B803E455-F64C-4370-B757-65A0D0DECF32}" type="slidenum">
              <a:rPr lang="en-IN" smtClean="0"/>
              <a:t>‹#›</a:t>
            </a:fld>
            <a:endParaRPr lang="en-IN"/>
          </a:p>
        </p:txBody>
      </p:sp>
    </p:spTree>
    <p:extLst>
      <p:ext uri="{BB962C8B-B14F-4D97-AF65-F5344CB8AC3E}">
        <p14:creationId xmlns:p14="http://schemas.microsoft.com/office/powerpoint/2010/main" val="677169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C137A-67DC-8B58-3C93-459AFE367F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9059D6-E8E9-17A6-678F-0A4466BD8C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EBA21E-955B-0A0C-B27A-939388B273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76639E1-4AA0-AB5C-1EA3-A57D984C76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364564-C7D2-A0ED-A0F8-2CC6C8D28E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60E2DD9-CC29-516D-BEBC-AA12A5F64FB8}"/>
              </a:ext>
            </a:extLst>
          </p:cNvPr>
          <p:cNvSpPr>
            <a:spLocks noGrp="1"/>
          </p:cNvSpPr>
          <p:nvPr>
            <p:ph type="dt" sz="half" idx="10"/>
          </p:nvPr>
        </p:nvSpPr>
        <p:spPr/>
        <p:txBody>
          <a:bodyPr/>
          <a:lstStyle/>
          <a:p>
            <a:fld id="{7720863F-02D4-48CB-9CD3-7E8E201D09C6}" type="datetimeFigureOut">
              <a:rPr lang="en-IN" smtClean="0"/>
              <a:t>15-01-2026</a:t>
            </a:fld>
            <a:endParaRPr lang="en-IN"/>
          </a:p>
        </p:txBody>
      </p:sp>
      <p:sp>
        <p:nvSpPr>
          <p:cNvPr id="8" name="Footer Placeholder 7">
            <a:extLst>
              <a:ext uri="{FF2B5EF4-FFF2-40B4-BE49-F238E27FC236}">
                <a16:creationId xmlns:a16="http://schemas.microsoft.com/office/drawing/2014/main" id="{39F7F85E-8BA8-68E7-E6FB-4F9C018FAF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8310302-6E11-A6D5-3E89-57BACF71C521}"/>
              </a:ext>
            </a:extLst>
          </p:cNvPr>
          <p:cNvSpPr>
            <a:spLocks noGrp="1"/>
          </p:cNvSpPr>
          <p:nvPr>
            <p:ph type="sldNum" sz="quarter" idx="12"/>
          </p:nvPr>
        </p:nvSpPr>
        <p:spPr/>
        <p:txBody>
          <a:bodyPr/>
          <a:lstStyle/>
          <a:p>
            <a:fld id="{B803E455-F64C-4370-B757-65A0D0DECF32}" type="slidenum">
              <a:rPr lang="en-IN" smtClean="0"/>
              <a:t>‹#›</a:t>
            </a:fld>
            <a:endParaRPr lang="en-IN"/>
          </a:p>
        </p:txBody>
      </p:sp>
    </p:spTree>
    <p:extLst>
      <p:ext uri="{BB962C8B-B14F-4D97-AF65-F5344CB8AC3E}">
        <p14:creationId xmlns:p14="http://schemas.microsoft.com/office/powerpoint/2010/main" val="3890140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BA06E-F91D-17C7-AB5D-3067573F782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5FAC4A6-AACF-0A3A-4108-463EC794D369}"/>
              </a:ext>
            </a:extLst>
          </p:cNvPr>
          <p:cNvSpPr>
            <a:spLocks noGrp="1"/>
          </p:cNvSpPr>
          <p:nvPr>
            <p:ph type="dt" sz="half" idx="10"/>
          </p:nvPr>
        </p:nvSpPr>
        <p:spPr/>
        <p:txBody>
          <a:bodyPr/>
          <a:lstStyle/>
          <a:p>
            <a:fld id="{7720863F-02D4-48CB-9CD3-7E8E201D09C6}" type="datetimeFigureOut">
              <a:rPr lang="en-IN" smtClean="0"/>
              <a:t>15-01-2026</a:t>
            </a:fld>
            <a:endParaRPr lang="en-IN"/>
          </a:p>
        </p:txBody>
      </p:sp>
      <p:sp>
        <p:nvSpPr>
          <p:cNvPr id="4" name="Footer Placeholder 3">
            <a:extLst>
              <a:ext uri="{FF2B5EF4-FFF2-40B4-BE49-F238E27FC236}">
                <a16:creationId xmlns:a16="http://schemas.microsoft.com/office/drawing/2014/main" id="{16159E98-EC50-2237-0EC4-D1ED03E9D7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1D497F-CB0E-8DCB-0623-C9D76818E26F}"/>
              </a:ext>
            </a:extLst>
          </p:cNvPr>
          <p:cNvSpPr>
            <a:spLocks noGrp="1"/>
          </p:cNvSpPr>
          <p:nvPr>
            <p:ph type="sldNum" sz="quarter" idx="12"/>
          </p:nvPr>
        </p:nvSpPr>
        <p:spPr/>
        <p:txBody>
          <a:bodyPr/>
          <a:lstStyle/>
          <a:p>
            <a:fld id="{B803E455-F64C-4370-B757-65A0D0DECF32}" type="slidenum">
              <a:rPr lang="en-IN" smtClean="0"/>
              <a:t>‹#›</a:t>
            </a:fld>
            <a:endParaRPr lang="en-IN"/>
          </a:p>
        </p:txBody>
      </p:sp>
    </p:spTree>
    <p:extLst>
      <p:ext uri="{BB962C8B-B14F-4D97-AF65-F5344CB8AC3E}">
        <p14:creationId xmlns:p14="http://schemas.microsoft.com/office/powerpoint/2010/main" val="1134817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51F596-AEA8-967B-7DCF-0705B9507423}"/>
              </a:ext>
            </a:extLst>
          </p:cNvPr>
          <p:cNvSpPr>
            <a:spLocks noGrp="1"/>
          </p:cNvSpPr>
          <p:nvPr>
            <p:ph type="dt" sz="half" idx="10"/>
          </p:nvPr>
        </p:nvSpPr>
        <p:spPr/>
        <p:txBody>
          <a:bodyPr/>
          <a:lstStyle/>
          <a:p>
            <a:fld id="{7720863F-02D4-48CB-9CD3-7E8E201D09C6}" type="datetimeFigureOut">
              <a:rPr lang="en-IN" smtClean="0"/>
              <a:t>15-01-2026</a:t>
            </a:fld>
            <a:endParaRPr lang="en-IN"/>
          </a:p>
        </p:txBody>
      </p:sp>
      <p:sp>
        <p:nvSpPr>
          <p:cNvPr id="3" name="Footer Placeholder 2">
            <a:extLst>
              <a:ext uri="{FF2B5EF4-FFF2-40B4-BE49-F238E27FC236}">
                <a16:creationId xmlns:a16="http://schemas.microsoft.com/office/drawing/2014/main" id="{F2BAF360-E711-5A84-05CE-925E491D59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29B0B10-52E5-14DC-F00E-214B7D1129E6}"/>
              </a:ext>
            </a:extLst>
          </p:cNvPr>
          <p:cNvSpPr>
            <a:spLocks noGrp="1"/>
          </p:cNvSpPr>
          <p:nvPr>
            <p:ph type="sldNum" sz="quarter" idx="12"/>
          </p:nvPr>
        </p:nvSpPr>
        <p:spPr/>
        <p:txBody>
          <a:bodyPr/>
          <a:lstStyle/>
          <a:p>
            <a:fld id="{B803E455-F64C-4370-B757-65A0D0DECF32}" type="slidenum">
              <a:rPr lang="en-IN" smtClean="0"/>
              <a:t>‹#›</a:t>
            </a:fld>
            <a:endParaRPr lang="en-IN"/>
          </a:p>
        </p:txBody>
      </p:sp>
    </p:spTree>
    <p:extLst>
      <p:ext uri="{BB962C8B-B14F-4D97-AF65-F5344CB8AC3E}">
        <p14:creationId xmlns:p14="http://schemas.microsoft.com/office/powerpoint/2010/main" val="2699876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66CC0-465D-ABD1-51DA-EBF567F0FA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14F737-7575-F0B2-A729-4919A5B5CD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B5D5FB2-E090-006B-0E71-CA24BB4FB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6D5CEA-7227-B01C-80E2-462E2D7EE5B9}"/>
              </a:ext>
            </a:extLst>
          </p:cNvPr>
          <p:cNvSpPr>
            <a:spLocks noGrp="1"/>
          </p:cNvSpPr>
          <p:nvPr>
            <p:ph type="dt" sz="half" idx="10"/>
          </p:nvPr>
        </p:nvSpPr>
        <p:spPr/>
        <p:txBody>
          <a:bodyPr/>
          <a:lstStyle/>
          <a:p>
            <a:fld id="{7720863F-02D4-48CB-9CD3-7E8E201D09C6}" type="datetimeFigureOut">
              <a:rPr lang="en-IN" smtClean="0"/>
              <a:t>15-01-2026</a:t>
            </a:fld>
            <a:endParaRPr lang="en-IN"/>
          </a:p>
        </p:txBody>
      </p:sp>
      <p:sp>
        <p:nvSpPr>
          <p:cNvPr id="6" name="Footer Placeholder 5">
            <a:extLst>
              <a:ext uri="{FF2B5EF4-FFF2-40B4-BE49-F238E27FC236}">
                <a16:creationId xmlns:a16="http://schemas.microsoft.com/office/drawing/2014/main" id="{5DCE3316-409B-ED8D-3A88-82F886CDEB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BD9C33-EE61-4DEE-F49D-252DE772AA13}"/>
              </a:ext>
            </a:extLst>
          </p:cNvPr>
          <p:cNvSpPr>
            <a:spLocks noGrp="1"/>
          </p:cNvSpPr>
          <p:nvPr>
            <p:ph type="sldNum" sz="quarter" idx="12"/>
          </p:nvPr>
        </p:nvSpPr>
        <p:spPr/>
        <p:txBody>
          <a:bodyPr/>
          <a:lstStyle/>
          <a:p>
            <a:fld id="{B803E455-F64C-4370-B757-65A0D0DECF32}" type="slidenum">
              <a:rPr lang="en-IN" smtClean="0"/>
              <a:t>‹#›</a:t>
            </a:fld>
            <a:endParaRPr lang="en-IN"/>
          </a:p>
        </p:txBody>
      </p:sp>
    </p:spTree>
    <p:extLst>
      <p:ext uri="{BB962C8B-B14F-4D97-AF65-F5344CB8AC3E}">
        <p14:creationId xmlns:p14="http://schemas.microsoft.com/office/powerpoint/2010/main" val="67916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53EFC-BDF5-1E2E-D34F-A5824F69AE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CA439D4-22C0-C9DC-0B6C-D57D9E7B2B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5946AB-725B-A100-A98A-ED00DCC1BC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A3E9CA-0274-3C15-523A-1BDC48DCFD40}"/>
              </a:ext>
            </a:extLst>
          </p:cNvPr>
          <p:cNvSpPr>
            <a:spLocks noGrp="1"/>
          </p:cNvSpPr>
          <p:nvPr>
            <p:ph type="dt" sz="half" idx="10"/>
          </p:nvPr>
        </p:nvSpPr>
        <p:spPr/>
        <p:txBody>
          <a:bodyPr/>
          <a:lstStyle/>
          <a:p>
            <a:fld id="{7720863F-02D4-48CB-9CD3-7E8E201D09C6}" type="datetimeFigureOut">
              <a:rPr lang="en-IN" smtClean="0"/>
              <a:t>15-01-2026</a:t>
            </a:fld>
            <a:endParaRPr lang="en-IN"/>
          </a:p>
        </p:txBody>
      </p:sp>
      <p:sp>
        <p:nvSpPr>
          <p:cNvPr id="6" name="Footer Placeholder 5">
            <a:extLst>
              <a:ext uri="{FF2B5EF4-FFF2-40B4-BE49-F238E27FC236}">
                <a16:creationId xmlns:a16="http://schemas.microsoft.com/office/drawing/2014/main" id="{13D8C952-9665-D6FD-F65A-5BB1F8E25A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637764-D470-0D36-E9B0-E53B927481FD}"/>
              </a:ext>
            </a:extLst>
          </p:cNvPr>
          <p:cNvSpPr>
            <a:spLocks noGrp="1"/>
          </p:cNvSpPr>
          <p:nvPr>
            <p:ph type="sldNum" sz="quarter" idx="12"/>
          </p:nvPr>
        </p:nvSpPr>
        <p:spPr/>
        <p:txBody>
          <a:bodyPr/>
          <a:lstStyle/>
          <a:p>
            <a:fld id="{B803E455-F64C-4370-B757-65A0D0DECF32}" type="slidenum">
              <a:rPr lang="en-IN" smtClean="0"/>
              <a:t>‹#›</a:t>
            </a:fld>
            <a:endParaRPr lang="en-IN"/>
          </a:p>
        </p:txBody>
      </p:sp>
    </p:spTree>
    <p:extLst>
      <p:ext uri="{BB962C8B-B14F-4D97-AF65-F5344CB8AC3E}">
        <p14:creationId xmlns:p14="http://schemas.microsoft.com/office/powerpoint/2010/main" val="2877094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62083-0F88-10B4-C2D0-50B549014C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354DC6-AFAF-9FF4-5B92-F5501E378A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36BD62-B48D-8ECC-D9AB-5F1A6A0E7BC6}"/>
              </a:ext>
            </a:extLst>
          </p:cNvPr>
          <p:cNvSpPr>
            <a:spLocks noGrp="1"/>
          </p:cNvSpPr>
          <p:nvPr>
            <p:ph type="dt" sz="half" idx="10"/>
          </p:nvPr>
        </p:nvSpPr>
        <p:spPr/>
        <p:txBody>
          <a:bodyPr/>
          <a:lstStyle/>
          <a:p>
            <a:fld id="{7720863F-02D4-48CB-9CD3-7E8E201D09C6}" type="datetimeFigureOut">
              <a:rPr lang="en-IN" smtClean="0"/>
              <a:t>15-01-2026</a:t>
            </a:fld>
            <a:endParaRPr lang="en-IN"/>
          </a:p>
        </p:txBody>
      </p:sp>
      <p:sp>
        <p:nvSpPr>
          <p:cNvPr id="5" name="Footer Placeholder 4">
            <a:extLst>
              <a:ext uri="{FF2B5EF4-FFF2-40B4-BE49-F238E27FC236}">
                <a16:creationId xmlns:a16="http://schemas.microsoft.com/office/drawing/2014/main" id="{9B614687-5308-4AE5-30C9-98CEF88615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DED669-BA41-CE2D-D092-9CC3BADAAD9F}"/>
              </a:ext>
            </a:extLst>
          </p:cNvPr>
          <p:cNvSpPr>
            <a:spLocks noGrp="1"/>
          </p:cNvSpPr>
          <p:nvPr>
            <p:ph type="sldNum" sz="quarter" idx="12"/>
          </p:nvPr>
        </p:nvSpPr>
        <p:spPr/>
        <p:txBody>
          <a:bodyPr/>
          <a:lstStyle/>
          <a:p>
            <a:fld id="{B803E455-F64C-4370-B757-65A0D0DECF32}" type="slidenum">
              <a:rPr lang="en-IN" smtClean="0"/>
              <a:t>‹#›</a:t>
            </a:fld>
            <a:endParaRPr lang="en-IN"/>
          </a:p>
        </p:txBody>
      </p:sp>
    </p:spTree>
    <p:extLst>
      <p:ext uri="{BB962C8B-B14F-4D97-AF65-F5344CB8AC3E}">
        <p14:creationId xmlns:p14="http://schemas.microsoft.com/office/powerpoint/2010/main" val="3343285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94D77E-D853-44F9-87BF-9FA8501DC8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F088369-5703-A972-8BCD-1926A4CF8A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1F621D-9599-F859-FED0-3E924BC616E6}"/>
              </a:ext>
            </a:extLst>
          </p:cNvPr>
          <p:cNvSpPr>
            <a:spLocks noGrp="1"/>
          </p:cNvSpPr>
          <p:nvPr>
            <p:ph type="dt" sz="half" idx="10"/>
          </p:nvPr>
        </p:nvSpPr>
        <p:spPr/>
        <p:txBody>
          <a:bodyPr/>
          <a:lstStyle/>
          <a:p>
            <a:fld id="{7720863F-02D4-48CB-9CD3-7E8E201D09C6}" type="datetimeFigureOut">
              <a:rPr lang="en-IN" smtClean="0"/>
              <a:t>15-01-2026</a:t>
            </a:fld>
            <a:endParaRPr lang="en-IN"/>
          </a:p>
        </p:txBody>
      </p:sp>
      <p:sp>
        <p:nvSpPr>
          <p:cNvPr id="5" name="Footer Placeholder 4">
            <a:extLst>
              <a:ext uri="{FF2B5EF4-FFF2-40B4-BE49-F238E27FC236}">
                <a16:creationId xmlns:a16="http://schemas.microsoft.com/office/drawing/2014/main" id="{EC5730B4-68DA-7E2D-6608-DC17BFD81A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A3C1A2-7367-355B-9098-2BDF385B8D58}"/>
              </a:ext>
            </a:extLst>
          </p:cNvPr>
          <p:cNvSpPr>
            <a:spLocks noGrp="1"/>
          </p:cNvSpPr>
          <p:nvPr>
            <p:ph type="sldNum" sz="quarter" idx="12"/>
          </p:nvPr>
        </p:nvSpPr>
        <p:spPr/>
        <p:txBody>
          <a:bodyPr/>
          <a:lstStyle/>
          <a:p>
            <a:fld id="{B803E455-F64C-4370-B757-65A0D0DECF32}" type="slidenum">
              <a:rPr lang="en-IN" smtClean="0"/>
              <a:t>‹#›</a:t>
            </a:fld>
            <a:endParaRPr lang="en-IN"/>
          </a:p>
        </p:txBody>
      </p:sp>
    </p:spTree>
    <p:extLst>
      <p:ext uri="{BB962C8B-B14F-4D97-AF65-F5344CB8AC3E}">
        <p14:creationId xmlns:p14="http://schemas.microsoft.com/office/powerpoint/2010/main" val="2745732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C0D46C-F60F-6C3D-9322-E09EDE03BF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58D320-592F-4C36-C0C1-D87EF9ADE1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1E08D5-0762-506A-7F6A-46FBF9276C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20863F-02D4-48CB-9CD3-7E8E201D09C6}" type="datetimeFigureOut">
              <a:rPr lang="en-IN" smtClean="0"/>
              <a:t>15-01-2026</a:t>
            </a:fld>
            <a:endParaRPr lang="en-IN"/>
          </a:p>
        </p:txBody>
      </p:sp>
      <p:sp>
        <p:nvSpPr>
          <p:cNvPr id="5" name="Footer Placeholder 4">
            <a:extLst>
              <a:ext uri="{FF2B5EF4-FFF2-40B4-BE49-F238E27FC236}">
                <a16:creationId xmlns:a16="http://schemas.microsoft.com/office/drawing/2014/main" id="{8799679E-2690-2F12-B760-64567C8664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0939050-26EC-9848-3540-3084FF10D4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03E455-F64C-4370-B757-65A0D0DECF32}" type="slidenum">
              <a:rPr lang="en-IN" smtClean="0"/>
              <a:t>‹#›</a:t>
            </a:fld>
            <a:endParaRPr lang="en-IN"/>
          </a:p>
        </p:txBody>
      </p:sp>
    </p:spTree>
    <p:extLst>
      <p:ext uri="{BB962C8B-B14F-4D97-AF65-F5344CB8AC3E}">
        <p14:creationId xmlns:p14="http://schemas.microsoft.com/office/powerpoint/2010/main" val="3684761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51A3A-B1E5-2317-9B31-8AFA9C8EAAD3}"/>
              </a:ext>
            </a:extLst>
          </p:cNvPr>
          <p:cNvSpPr>
            <a:spLocks noGrp="1"/>
          </p:cNvSpPr>
          <p:nvPr>
            <p:ph type="title" idx="4294967295"/>
          </p:nvPr>
        </p:nvSpPr>
        <p:spPr>
          <a:xfrm>
            <a:off x="0" y="0"/>
            <a:ext cx="10515600" cy="692150"/>
          </a:xfrm>
        </p:spPr>
        <p:txBody>
          <a:bodyPr>
            <a:normAutofit fontScale="90000"/>
          </a:bodyPr>
          <a:lstStyle/>
          <a:p>
            <a:pPr algn="ctr"/>
            <a:r>
              <a:rPr lang="en-IN" dirty="0"/>
              <a:t>Cyber Security</a:t>
            </a:r>
          </a:p>
        </p:txBody>
      </p:sp>
      <p:sp>
        <p:nvSpPr>
          <p:cNvPr id="3" name="Subtitle 2">
            <a:extLst>
              <a:ext uri="{FF2B5EF4-FFF2-40B4-BE49-F238E27FC236}">
                <a16:creationId xmlns:a16="http://schemas.microsoft.com/office/drawing/2014/main" id="{9AD6D0AD-386F-306F-C356-E7BF0A5BE5C9}"/>
              </a:ext>
            </a:extLst>
          </p:cNvPr>
          <p:cNvSpPr>
            <a:spLocks noGrp="1"/>
          </p:cNvSpPr>
          <p:nvPr>
            <p:ph idx="4294967295"/>
          </p:nvPr>
        </p:nvSpPr>
        <p:spPr>
          <a:xfrm>
            <a:off x="0" y="854075"/>
            <a:ext cx="10515600" cy="4351338"/>
          </a:xfrm>
        </p:spPr>
        <p:txBody>
          <a:bodyPr>
            <a:normAutofit fontScale="25000" lnSpcReduction="20000"/>
          </a:bodyPr>
          <a:lstStyle/>
          <a:p>
            <a:pPr algn="l"/>
            <a:r>
              <a:rPr lang="en-IN" sz="2800" dirty="0"/>
              <a:t>What is Cyber Security?</a:t>
            </a:r>
          </a:p>
          <a:p>
            <a:pPr algn="l"/>
            <a:r>
              <a:rPr lang="en-US" sz="2000" dirty="0"/>
              <a:t>Cybersecurity is the practice of protecting systems, networks, and data from digital attacks. While that sounds simple, in reality, it is a constant high-stakes war between defenders and attackers.</a:t>
            </a:r>
          </a:p>
          <a:p>
            <a:pPr algn="l"/>
            <a:endParaRPr lang="en-US" dirty="0"/>
          </a:p>
          <a:p>
            <a:pPr algn="l"/>
            <a:r>
              <a:rPr lang="en-US" sz="2800" dirty="0"/>
              <a:t>What is CIA Triad?</a:t>
            </a:r>
          </a:p>
          <a:p>
            <a:pPr algn="l"/>
            <a:r>
              <a:rPr lang="en-US" sz="2000" dirty="0"/>
              <a:t>In cybersecurity, the </a:t>
            </a:r>
            <a:r>
              <a:rPr lang="en-US" sz="2000" b="1" dirty="0"/>
              <a:t>CIA Triad</a:t>
            </a:r>
            <a:r>
              <a:rPr lang="en-US" sz="2000" dirty="0"/>
              <a:t> isn't just a textbook definition; it is the fundamental framework used to design every secure system on Earth. If you fail to protect even one of these pillars, your "ethical hacking" career will be over before it starts because the system is officially compromised.</a:t>
            </a:r>
          </a:p>
          <a:p>
            <a:pPr algn="l"/>
            <a:br>
              <a:rPr lang="en-US" dirty="0"/>
            </a:br>
            <a:r>
              <a:rPr lang="en-US" sz="2800" dirty="0"/>
              <a:t>Attack types</a:t>
            </a:r>
          </a:p>
          <a:p>
            <a:r>
              <a:rPr lang="en-US" sz="2000" b="1" dirty="0"/>
              <a:t>1. The Three Primary Attack Surfaces</a:t>
            </a:r>
          </a:p>
          <a:p>
            <a:r>
              <a:rPr lang="en-US" sz="2000" dirty="0"/>
              <a:t>If you are mapping out a target, you divide your focus into these three "buckets."</a:t>
            </a:r>
          </a:p>
          <a:p>
            <a:r>
              <a:rPr lang="en-US" sz="2000" b="1" dirty="0"/>
              <a:t>A. Digital Attack Surface</a:t>
            </a:r>
          </a:p>
          <a:p>
            <a:r>
              <a:rPr lang="en-US" sz="2000" dirty="0"/>
              <a:t>This is the most common playground for hackers. It includes anything reachable via a network connection.</a:t>
            </a:r>
          </a:p>
          <a:p>
            <a:r>
              <a:rPr lang="en-US" sz="2000" b="1" dirty="0"/>
              <a:t>Network:</a:t>
            </a:r>
            <a:r>
              <a:rPr lang="en-US" sz="2000" dirty="0"/>
              <a:t> Open ports, unpatched routers</a:t>
            </a:r>
            <a:r>
              <a:rPr lang="en-US" sz="2000"/>
              <a:t>, an d </a:t>
            </a:r>
            <a:r>
              <a:rPr lang="en-US" sz="2000" dirty="0"/>
              <a:t>poorly configured firewalls.</a:t>
            </a:r>
          </a:p>
          <a:p>
            <a:r>
              <a:rPr lang="en-US" sz="2000" b="1" dirty="0"/>
              <a:t>Applications:</a:t>
            </a:r>
            <a:r>
              <a:rPr lang="en-US" sz="2000" dirty="0"/>
              <a:t> Web apps, mobile apps, and </a:t>
            </a:r>
            <a:r>
              <a:rPr lang="en-US" sz="2000" b="1" dirty="0"/>
              <a:t>APIs</a:t>
            </a:r>
            <a:r>
              <a:rPr lang="en-US" sz="2000" dirty="0"/>
              <a:t> (often the weakest link in modern tech).</a:t>
            </a:r>
          </a:p>
          <a:p>
            <a:r>
              <a:rPr lang="en-US" sz="2000" b="1" dirty="0"/>
              <a:t>Cloud:</a:t>
            </a:r>
            <a:r>
              <a:rPr lang="en-US" sz="2000" dirty="0"/>
              <a:t> Misconfigured "S3 buckets" (storage) or overly permissive IAM roles.</a:t>
            </a:r>
          </a:p>
          <a:p>
            <a:r>
              <a:rPr lang="en-US" sz="2000" b="1" dirty="0"/>
              <a:t>Shadow IT:</a:t>
            </a:r>
            <a:r>
              <a:rPr lang="en-US" sz="2000" dirty="0"/>
              <a:t> Software or hardware installed by employees without the IT department's knowledge.</a:t>
            </a:r>
          </a:p>
          <a:p>
            <a:r>
              <a:rPr lang="en-US" sz="2000" b="1" dirty="0"/>
              <a:t>B. Physical Attack Surface</a:t>
            </a:r>
          </a:p>
          <a:p>
            <a:r>
              <a:rPr lang="en-US" sz="2000" dirty="0"/>
              <a:t>This is often overlooked by "keyboard-only" hackers but is a goldmine for Red Teamers.</a:t>
            </a:r>
          </a:p>
          <a:p>
            <a:r>
              <a:rPr lang="en-US" sz="2000" b="1" dirty="0"/>
              <a:t>Hardware:</a:t>
            </a:r>
            <a:r>
              <a:rPr lang="en-US" sz="2000" dirty="0"/>
              <a:t> Laptops, servers, and IoT devices (smart cameras, printers).</a:t>
            </a:r>
          </a:p>
          <a:p>
            <a:r>
              <a:rPr lang="en-US" sz="2000" b="1" dirty="0"/>
              <a:t>Entry Points:</a:t>
            </a:r>
            <a:r>
              <a:rPr lang="en-US" sz="2000" dirty="0"/>
              <a:t> Unlocked doors, loading docks, and poorly guarded server rooms.</a:t>
            </a:r>
          </a:p>
          <a:p>
            <a:r>
              <a:rPr lang="en-US" sz="2000" b="1" dirty="0"/>
              <a:t>Removable Media:</a:t>
            </a:r>
            <a:r>
              <a:rPr lang="en-US" sz="2000" dirty="0"/>
              <a:t> Discarded hard drives or USB ports in public areas (like lobbies).</a:t>
            </a:r>
          </a:p>
          <a:p>
            <a:r>
              <a:rPr lang="en-US" sz="2000" b="1" dirty="0"/>
              <a:t>C. Human (Social) Attack Surface</a:t>
            </a:r>
          </a:p>
          <a:p>
            <a:r>
              <a:rPr lang="en-US" sz="2000" dirty="0"/>
              <a:t>The most vulnerable part of any organization. You don't hack the machine; you hack the person </a:t>
            </a:r>
            <a:r>
              <a:rPr lang="en-US" sz="2000" i="1" dirty="0"/>
              <a:t>using</a:t>
            </a:r>
            <a:r>
              <a:rPr lang="en-US" sz="2000" dirty="0"/>
              <a:t> the machine.</a:t>
            </a:r>
          </a:p>
          <a:p>
            <a:r>
              <a:rPr lang="en-US" sz="2000" b="1" dirty="0"/>
              <a:t>Employees:</a:t>
            </a:r>
            <a:r>
              <a:rPr lang="en-US" sz="2000" dirty="0"/>
              <a:t> Their trust, their fear, and their laziness.</a:t>
            </a:r>
          </a:p>
          <a:p>
            <a:r>
              <a:rPr lang="en-US" sz="2000" b="1" dirty="0"/>
              <a:t>Public Info:</a:t>
            </a:r>
            <a:r>
              <a:rPr lang="en-US" sz="2000" dirty="0"/>
              <a:t> LinkedIn profiles, out-of-office replies, and company "About Us" pages used for reconnaissance.</a:t>
            </a:r>
          </a:p>
          <a:p>
            <a:pPr algn="l"/>
            <a:endParaRPr lang="en-US" sz="2000" dirty="0"/>
          </a:p>
        </p:txBody>
      </p:sp>
    </p:spTree>
    <p:extLst>
      <p:ext uri="{BB962C8B-B14F-4D97-AF65-F5344CB8AC3E}">
        <p14:creationId xmlns:p14="http://schemas.microsoft.com/office/powerpoint/2010/main" val="1843870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348</Words>
  <Application>Microsoft Office PowerPoint</Application>
  <PresentationFormat>Widescreen</PresentationFormat>
  <Paragraphs>24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Cyber Security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 JOHN U</dc:creator>
  <cp:lastModifiedBy>CHRISTO JOHN U</cp:lastModifiedBy>
  <cp:revision>2</cp:revision>
  <dcterms:created xsi:type="dcterms:W3CDTF">2026-01-15T16:26:59Z</dcterms:created>
  <dcterms:modified xsi:type="dcterms:W3CDTF">2026-01-15T16:31:32Z</dcterms:modified>
</cp:coreProperties>
</file>